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🎮 Coin Collector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Move your player, collect coins, avoid enemies!</a:t>
            </a:r>
          </a:p>
          <a:p>
            <a:r>
              <a:t>Get points, keep lives, beat the 30-second timer.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arcade.makecode.com</a:t>
            </a:r>
          </a:p>
          <a:p>
            <a:r>
              <a:t>Click New Project</a:t>
            </a:r>
          </a:p>
          <a:p>
            <a:r>
              <a:t>Name it 'Coin Collector'</a:t>
            </a:r>
          </a:p>
          <a:p>
            <a:r>
              <a:t>Choose Blocks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👋 Step 1: Welcome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'show long text'</a:t>
            </a:r>
          </a:p>
          <a:p>
            <a:r>
              <a:t>Type: Coin Collector!!</a:t>
            </a:r>
          </a:p>
          <a:p>
            <a:r>
              <a:t>Set layout to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🧍 Step 2: Create Player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sprite (Player)</a:t>
            </a:r>
          </a:p>
          <a:p>
            <a:r>
              <a:t>Draw your character</a:t>
            </a:r>
          </a:p>
          <a:p>
            <a:r>
              <a:t>Set position (80,60)</a:t>
            </a:r>
          </a:p>
          <a:p>
            <a:r>
              <a:t>Add movement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❤️ Step 3: Score &amp;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score = 0</a:t>
            </a:r>
          </a:p>
          <a:p>
            <a:r>
              <a:t>Set life = 3</a:t>
            </a:r>
          </a:p>
          <a:p>
            <a:r>
              <a:t>Start countdown = 30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🪙 Step 4: Spawn Coins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1 second:</a:t>
            </a:r>
          </a:p>
          <a:p>
            <a:r>
              <a:t>Create coin (Food)</a:t>
            </a:r>
          </a:p>
          <a:p>
            <a:r>
              <a:t>Random position</a:t>
            </a:r>
          </a:p>
          <a:p>
            <a:r>
              <a:t>Optional: make it fall</a:t>
            </a:r>
          </a:p>
          <a:p>
            <a:r>
              <a:t>Auto destroy 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👾 Step 5: Spawn Enemy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3 seconds:</a:t>
            </a:r>
          </a:p>
          <a:p>
            <a:r>
              <a:t>Create enemy</a:t>
            </a:r>
          </a:p>
          <a:p>
            <a:r>
              <a:t>Random position</a:t>
            </a:r>
          </a:p>
          <a:p>
            <a:r>
              <a:t>Set movement</a:t>
            </a:r>
          </a:p>
          <a:p>
            <a:r>
              <a:t>Bounce on wall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✨ Step 6: Collect Coins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player touches coin:</a:t>
            </a:r>
          </a:p>
          <a:p>
            <a:r>
              <a:t>Score +1</a:t>
            </a:r>
          </a:p>
          <a:p>
            <a:r>
              <a:t>Destroy coin (confetti!)</a:t>
            </a:r>
          </a:p>
          <a:p>
            <a:r>
              <a:t>Play sound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💥 Step 7: Hit Enemy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Lose 1 life</a:t>
            </a:r>
          </a:p>
          <a:p>
            <a:r>
              <a:t>Play sound</a:t>
            </a:r>
          </a:p>
          <a:p>
            <a:r>
              <a:t>If lives &gt; 0: reset player</a:t>
            </a:r>
          </a:p>
          <a:p>
            <a:r>
              <a:t>Else: Game Over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🏁 Step 8: Timer 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countdown ends:</a:t>
            </a:r>
          </a:p>
          <a:p>
            <a:r>
              <a:t>You WIN!</a:t>
            </a:r>
          </a:p>
          <a:p>
            <a:r>
              <a:t>Celebrate with confetti 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Step 9: Reset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 B button:</a:t>
            </a:r>
          </a:p>
          <a:p>
            <a:r>
              <a:t>Reset score &amp; lives</a:t>
            </a:r>
          </a:p>
          <a:p>
            <a:r>
              <a:t>Restart timer</a:t>
            </a:r>
          </a:p>
          <a:p>
            <a:r>
              <a:t>Move player to start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Step 10: Test &amp; 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arrow keys</a:t>
            </a:r>
          </a:p>
          <a:p>
            <a:r>
              <a:t>Collect coins</a:t>
            </a:r>
          </a:p>
          <a:p>
            <a:r>
              <a:t>Avoid enemies</a:t>
            </a:r>
          </a:p>
          <a:p>
            <a:r>
              <a:t>Watch score, lives, timer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Challenge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you add:</a:t>
            </a:r>
          </a:p>
          <a:p>
            <a:r>
              <a:t>⭐ Power-ups?</a:t>
            </a:r>
          </a:p>
          <a:p>
            <a:r>
              <a:t>⚡ Faster enemies?</a:t>
            </a:r>
          </a:p>
          <a:p>
            <a:r>
              <a:t>🎵 New sounds?</a:t>
            </a:r>
          </a:p>
          <a:p>
            <a:r>
              <a:t>🏆 High score system?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